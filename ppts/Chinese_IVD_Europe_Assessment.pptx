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i="0">
                <a:solidFill>
                  <a:srgbClr val="000050"/>
                </a:solidFill>
              </a:rPr>
              <a:t>Expansion Potential of Chinese IVD Suppliers in Europe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 i="1">
                <a:solidFill>
                  <a:srgbClr val="505050"/>
                </a:solidFill>
              </a:rPr>
              <a:t>Strategic Assessment – Senior Strategic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0005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0" i="0">
                <a:solidFill>
                  <a:srgbClr val="000000"/>
                </a:solidFill>
              </a:rPr>
              <a:t>European IVD market size €1.65 trillion, driven by public‑funded DRG‑based reimbursement [1]</a:t>
            </a:r>
          </a:p>
          <a:p>
            <a:pPr/>
            <a:r>
              <a:rPr sz="1400" b="0" i="0">
                <a:solidFill>
                  <a:srgbClr val="000000"/>
                </a:solidFill>
              </a:rPr>
              <a:t>Access primarily through government tenders; tiered reimbursement enables premium diagnostics [1]</a:t>
            </a:r>
          </a:p>
          <a:p>
            <a:pPr/>
            <a:r>
              <a:rPr sz="1400" b="0" i="0">
                <a:solidFill>
                  <a:srgbClr val="000000"/>
                </a:solidFill>
              </a:rPr>
              <a:t>IVDR &amp; REACH impose longer certification and environmental compliance; transition extended to 2027‑2028 [1]</a:t>
            </a:r>
          </a:p>
          <a:p>
            <a:pPr/>
            <a:r>
              <a:rPr sz="1400" b="0" i="0">
                <a:solidFill>
                  <a:srgbClr val="000000"/>
                </a:solidFill>
              </a:rPr>
              <a:t>Chinese suppliers enjoy cost advantage but face low brand trust; M&amp;A (DiaSys, HyTest) builds regulatory credibility [1]</a:t>
            </a:r>
          </a:p>
          <a:p>
            <a:pPr/>
            <a:r>
              <a:rPr sz="1400" b="0" i="0">
                <a:solidFill>
                  <a:srgbClr val="000000"/>
                </a:solidFill>
              </a:rPr>
              <a:t>Hungary and Greece serve as gateway markets for step‑wise EU entry [1]</a:t>
            </a:r>
          </a:p>
          <a:p>
            <a:pPr/>
            <a:r>
              <a:rPr sz="1400" b="0" i="0">
                <a:solidFill>
                  <a:srgbClr val="000000"/>
                </a:solidFill>
              </a:rPr>
              <a:t>Risks: supply‑chain localisation policies, limited market‑share data, private‑sector dynamics [1]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Relevance</a:t>
                      </a:r>
                    </a:p>
                  </a:txBody>
                  <a:tcPr>
                    <a:solidFill>
                      <a:srgbClr val="0000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Mindray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Acquired DiaSys, HyTest – EU regulatory foothold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Snibe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Active IVD player seeking EU market entry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Autobio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Chinese IVD firm mentioned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HyTest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Acquired by Mindray – upstream material security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DiaSys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German IVD firm acquired by Mindray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505050"/>
                </a:solidFill>
              </a:rPr>
              <a:t>[1] Internal Research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
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3"/>
  </p:notesMasterIdLst>
  <p:sldIdLst>
    <p:sldId id="287" r:id="rId2"/>
  </p:sldIdLst>
  <p:sldSz cx="9144000" cy="5143500" type="screen16x9"/>
  <p:notesSz cx="6858000" cy="9144000"/>
  <p:embeddedFontLst>
    <p:embeddedFont>
      <p:font typeface="Roche Sans Condensed Light" panose="020B0604020202020204" charset="0"/>
      <p:regular r:id="rId4"/>
      <p:bold r:id="rId5"/>
      <p:italic r:id="rId6"/>
      <p:boldItalic r:id="rId7"/>
    </p:embeddedFont>
    <p:embeddedFont>
      <p:font typeface="Roche Sans Light" panose="020B0604020202020204" charset="0"/>
      <p:regular r:id="rId8"/>
      <p:bold r:id="rId9"/>
      <p:italic r:id="rId10"/>
      <p:boldItalic r:id="rId11"/>
    </p:embeddedFont>
    <p:embeddedFont>
      <p:font typeface="Roche Sans Medium" panose="020B0604020202020204" charset="0"/>
      <p:regular r:id="rId12"/>
      <p:bold r:id="rId13"/>
      <p:italic r:id="rId14"/>
      <p:boldItalic r:id="rId15"/>
    </p:embeddedFont>
    <p:embeddedFont>
      <p:font typeface="Roche Serif Ligh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3E3309-8A6E-44B4-9593-3C72E20F184B}">
  <a:tblStyle styleId="{3E3E3309-8A6E-44B4-9593-3C72E20F1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ableStyles" Target="tableStyle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- Blank" type="title">
  <p:cSld name="TITLE">
    <p:bg>
      <p:bgPr>
        <a:solidFill>
          <a:srgbClr val="000000">
            <a:alpha val="0"/>
          </a:srgbClr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FA7B17"/>
          </p15:clr>
        </p15:guide>
        <p15:guide id="2" orient="horz" pos="3075">
          <p15:clr>
            <a:srgbClr val="FA7B17"/>
          </p15:clr>
        </p15:guide>
        <p15:guide id="3" pos="36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a - Cover">
  <p:cSld name="TITLE_2_1">
    <p:bg>
      <p:bgPr>
        <a:solidFill>
          <a:srgbClr val="F5F5F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ctrTitle"/>
          </p:nvPr>
        </p:nvSpPr>
        <p:spPr>
          <a:xfrm>
            <a:off x="4572000" y="1394801"/>
            <a:ext cx="4229100" cy="1581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subTitle" idx="1"/>
          </p:nvPr>
        </p:nvSpPr>
        <p:spPr>
          <a:xfrm>
            <a:off x="4572100" y="3040033"/>
            <a:ext cx="42291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13" name="Google Shape;113;p29"/>
          <p:cNvSpPr>
            <a:spLocks noGrp="1"/>
          </p:cNvSpPr>
          <p:nvPr>
            <p:ph type="pic" idx="2"/>
          </p:nvPr>
        </p:nvSpPr>
        <p:spPr>
          <a:xfrm>
            <a:off x="0" y="-3450"/>
            <a:ext cx="4127100" cy="51504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4" name="Google Shape;11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9"/>
          <p:cNvSpPr txBox="1">
            <a:spLocks noGrp="1"/>
          </p:cNvSpPr>
          <p:nvPr>
            <p:ph type="subTitle" idx="3"/>
          </p:nvPr>
        </p:nvSpPr>
        <p:spPr>
          <a:xfrm>
            <a:off x="4572100" y="3542642"/>
            <a:ext cx="4229100" cy="5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subTitle" idx="4"/>
          </p:nvPr>
        </p:nvSpPr>
        <p:spPr>
          <a:xfrm>
            <a:off x="4572100" y="4846784"/>
            <a:ext cx="42291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b - Alternative cover">
  <p:cSld name="TITLE_1">
    <p:bg>
      <p:bgPr>
        <a:solidFill>
          <a:srgbClr val="F5F5F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0"/>
          <p:cNvSpPr txBox="1"/>
          <p:nvPr/>
        </p:nvSpPr>
        <p:spPr>
          <a:xfrm>
            <a:off x="571450" y="2393733"/>
            <a:ext cx="6549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06B69"/>
              </a:solidFill>
              <a:latin typeface="Roche Sans Condensed Light"/>
              <a:ea typeface="Roche Sans Condensed Light"/>
              <a:cs typeface="Roche Sans Condensed Light"/>
              <a:sym typeface="Roche Sans Condensed Light"/>
            </a:endParaRPr>
          </a:p>
        </p:txBody>
      </p:sp>
      <p:sp>
        <p:nvSpPr>
          <p:cNvPr id="120" name="Google Shape;120;p30"/>
          <p:cNvSpPr txBox="1">
            <a:spLocks noGrp="1"/>
          </p:cNvSpPr>
          <p:nvPr>
            <p:ph type="subTitle" idx="1"/>
          </p:nvPr>
        </p:nvSpPr>
        <p:spPr>
          <a:xfrm>
            <a:off x="571450" y="2393733"/>
            <a:ext cx="6549900" cy="43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ctrTitle"/>
          </p:nvPr>
        </p:nvSpPr>
        <p:spPr>
          <a:xfrm>
            <a:off x="571450" y="586475"/>
            <a:ext cx="6976800" cy="169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cxnSp>
        <p:nvCxnSpPr>
          <p:cNvPr id="122" name="Google Shape;122;p30"/>
          <p:cNvCxnSpPr/>
          <p:nvPr/>
        </p:nvCxnSpPr>
        <p:spPr>
          <a:xfrm flipH="1">
            <a:off x="5658175" y="1130025"/>
            <a:ext cx="3493800" cy="404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3" name="Google Shape;12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0"/>
          <p:cNvSpPr txBox="1">
            <a:spLocks noGrp="1"/>
          </p:cNvSpPr>
          <p:nvPr>
            <p:ph type="subTitle" idx="2"/>
          </p:nvPr>
        </p:nvSpPr>
        <p:spPr>
          <a:xfrm>
            <a:off x="571450" y="2912299"/>
            <a:ext cx="4495200" cy="5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3"/>
          </p:nvPr>
        </p:nvSpPr>
        <p:spPr>
          <a:xfrm>
            <a:off x="6016200" y="4840375"/>
            <a:ext cx="27849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able of contents">
  <p:cSld name="SECTION_HEADER_2">
    <p:bg>
      <p:bgPr>
        <a:solidFill>
          <a:srgbClr val="F5F5F2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title"/>
          </p:nvPr>
        </p:nvSpPr>
        <p:spPr>
          <a:xfrm>
            <a:off x="571450" y="2150850"/>
            <a:ext cx="43044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9pPr>
          </a:lstStyle>
          <a:p>
            <a:endParaRPr/>
          </a:p>
        </p:txBody>
      </p:sp>
      <p:cxnSp>
        <p:nvCxnSpPr>
          <p:cNvPr id="136" name="Google Shape;136;p32"/>
          <p:cNvCxnSpPr/>
          <p:nvPr/>
        </p:nvCxnSpPr>
        <p:spPr>
          <a:xfrm flipH="1">
            <a:off x="2805632" y="2571748"/>
            <a:ext cx="2222400" cy="257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32"/>
          <p:cNvCxnSpPr/>
          <p:nvPr/>
        </p:nvCxnSpPr>
        <p:spPr>
          <a:xfrm>
            <a:off x="2792028" y="-4750"/>
            <a:ext cx="2236200" cy="257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p32"/>
          <p:cNvCxnSpPr/>
          <p:nvPr/>
        </p:nvCxnSpPr>
        <p:spPr>
          <a:xfrm>
            <a:off x="5039800" y="-3000"/>
            <a:ext cx="0" cy="516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32"/>
          <p:cNvSpPr txBox="1">
            <a:spLocks noGrp="1"/>
          </p:cNvSpPr>
          <p:nvPr>
            <p:ph type="body" idx="1"/>
          </p:nvPr>
        </p:nvSpPr>
        <p:spPr>
          <a:xfrm>
            <a:off x="5641200" y="586475"/>
            <a:ext cx="3159900" cy="393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/>
            </a:lvl1pPr>
            <a:lvl2pPr marL="914400" lvl="1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2pPr>
            <a:lvl3pPr marL="1371600" lvl="2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40" name="Google Shape;14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ose statement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3"/>
          <p:cNvSpPr txBox="1"/>
          <p:nvPr/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B41CD"/>
                </a:solidFill>
                <a:latin typeface="Roche Sans Medium"/>
                <a:ea typeface="Roche Sans Medium"/>
                <a:cs typeface="Roche Sans Medium"/>
                <a:sym typeface="Roche Sans Medium"/>
              </a:rPr>
              <a:t>Doing now what patients need next</a:t>
            </a:r>
            <a:endParaRPr sz="2000">
              <a:solidFill>
                <a:srgbClr val="0B41CD"/>
              </a:solidFill>
              <a:latin typeface="Roche Sans Medium"/>
              <a:ea typeface="Roche Sans Medium"/>
              <a:cs typeface="Roche Sans Medium"/>
              <a:sym typeface="Roche Sans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a - Title and 1 column" type="tx">
  <p:cSld name="TITLE_AND_BOD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4316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subTitle" idx="1"/>
          </p:nvPr>
        </p:nvSpPr>
        <p:spPr>
          <a:xfrm>
            <a:off x="571450" y="813600"/>
            <a:ext cx="74316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body" idx="2"/>
          </p:nvPr>
        </p:nvSpPr>
        <p:spPr>
          <a:xfrm>
            <a:off x="571450" y="1442675"/>
            <a:ext cx="8229600" cy="3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400"/>
            </a:lvl1pPr>
            <a:lvl2pPr marL="914400" lvl="1" indent="-30480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2pPr>
            <a:lvl3pPr marL="1371600" lvl="2" indent="-3048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b - Title and 1 column with picture">
  <p:cSld name="TITLE_AND_BODY_4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>
            <a:spLocks noGrp="1"/>
          </p:cNvSpPr>
          <p:nvPr>
            <p:ph type="pic" idx="2"/>
          </p:nvPr>
        </p:nvSpPr>
        <p:spPr>
          <a:xfrm>
            <a:off x="5609275" y="1436225"/>
            <a:ext cx="3534600" cy="33990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5"/>
          <p:cNvSpPr txBox="1">
            <a:spLocks noGrp="1"/>
          </p:cNvSpPr>
          <p:nvPr>
            <p:ph type="body" idx="1"/>
          </p:nvPr>
        </p:nvSpPr>
        <p:spPr>
          <a:xfrm>
            <a:off x="571450" y="1442675"/>
            <a:ext cx="4694700" cy="3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400"/>
            </a:lvl1pPr>
            <a:lvl2pPr marL="914400" lvl="1" indent="-30480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2pPr>
            <a:lvl3pPr marL="1371600" lvl="2" indent="-3048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subTitle" idx="3"/>
          </p:nvPr>
        </p:nvSpPr>
        <p:spPr>
          <a:xfrm>
            <a:off x="571450" y="813600"/>
            <a:ext cx="74316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4316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- Title only">
  <p:cSld name="TITLE_AND_BODY_3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>
            <a:spLocks noGrp="1"/>
          </p:cNvSpPr>
          <p:nvPr>
            <p:ph type="subTitle" idx="1"/>
          </p:nvPr>
        </p:nvSpPr>
        <p:spPr>
          <a:xfrm>
            <a:off x="571450" y="813600"/>
            <a:ext cx="74304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4304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- Title and 3 columns">
  <p:cSld name="TITLE_AND_BODY_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 txBox="1">
            <a:spLocks noGrp="1"/>
          </p:cNvSpPr>
          <p:nvPr>
            <p:ph type="body" idx="1"/>
          </p:nvPr>
        </p:nvSpPr>
        <p:spPr>
          <a:xfrm flipH="1">
            <a:off x="571400" y="1442675"/>
            <a:ext cx="26091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37"/>
          <p:cNvSpPr txBox="1">
            <a:spLocks noGrp="1"/>
          </p:cNvSpPr>
          <p:nvPr>
            <p:ph type="body" idx="2"/>
          </p:nvPr>
        </p:nvSpPr>
        <p:spPr>
          <a:xfrm flipH="1">
            <a:off x="3381700" y="1442675"/>
            <a:ext cx="26091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37"/>
          <p:cNvSpPr txBox="1">
            <a:spLocks noGrp="1"/>
          </p:cNvSpPr>
          <p:nvPr>
            <p:ph type="body" idx="3"/>
          </p:nvPr>
        </p:nvSpPr>
        <p:spPr>
          <a:xfrm flipH="1">
            <a:off x="6192000" y="1442675"/>
            <a:ext cx="26091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subTitle" idx="4"/>
          </p:nvPr>
        </p:nvSpPr>
        <p:spPr>
          <a:xfrm>
            <a:off x="571450" y="813600"/>
            <a:ext cx="74316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37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4316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131">
          <p15:clr>
            <a:srgbClr val="FA7B17"/>
          </p15:clr>
        </p15:guide>
        <p15:guide id="2" pos="3773">
          <p15:clr>
            <a:srgbClr val="FA7B17"/>
          </p15:clr>
        </p15:guide>
        <p15:guide id="3" pos="2004">
          <p15:clr>
            <a:srgbClr val="FA7B17"/>
          </p15:clr>
        </p15:guide>
        <p15:guide id="4" pos="3900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Title and 2 columns">
  <p:cSld name="TITLE_AND_BODY_2_2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8"/>
          <p:cNvSpPr txBox="1">
            <a:spLocks noGrp="1"/>
          </p:cNvSpPr>
          <p:nvPr>
            <p:ph type="body" idx="1"/>
          </p:nvPr>
        </p:nvSpPr>
        <p:spPr>
          <a:xfrm flipH="1">
            <a:off x="571450" y="1442675"/>
            <a:ext cx="39267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38"/>
          <p:cNvSpPr txBox="1">
            <a:spLocks noGrp="1"/>
          </p:cNvSpPr>
          <p:nvPr>
            <p:ph type="body" idx="2"/>
          </p:nvPr>
        </p:nvSpPr>
        <p:spPr>
          <a:xfrm flipH="1">
            <a:off x="4869300" y="1442675"/>
            <a:ext cx="39267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38"/>
          <p:cNvSpPr txBox="1">
            <a:spLocks noGrp="1"/>
          </p:cNvSpPr>
          <p:nvPr>
            <p:ph type="subTitle" idx="3"/>
          </p:nvPr>
        </p:nvSpPr>
        <p:spPr>
          <a:xfrm>
            <a:off x="571450" y="813600"/>
            <a:ext cx="74316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38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4316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70">
          <p15:clr>
            <a:srgbClr val="FA7B17"/>
          </p15:clr>
        </p15:guide>
        <p15:guide id="2" pos="2834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- Quote (long)">
  <p:cSld name="TITLE_AND_BODY_2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"/>
          <p:cNvSpPr txBox="1">
            <a:spLocks noGrp="1"/>
          </p:cNvSpPr>
          <p:nvPr>
            <p:ph type="subTitle" idx="1"/>
          </p:nvPr>
        </p:nvSpPr>
        <p:spPr>
          <a:xfrm>
            <a:off x="1675600" y="1002600"/>
            <a:ext cx="5793000" cy="266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che Serif Light"/>
              <a:buNone/>
              <a:defRPr sz="3000" i="1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9pPr>
          </a:lstStyle>
          <a:p>
            <a:endParaRPr/>
          </a:p>
        </p:txBody>
      </p:sp>
      <p:sp>
        <p:nvSpPr>
          <p:cNvPr id="169" name="Google Shape;169;p39"/>
          <p:cNvSpPr txBox="1">
            <a:spLocks noGrp="1"/>
          </p:cNvSpPr>
          <p:nvPr>
            <p:ph type="subTitle" idx="2"/>
          </p:nvPr>
        </p:nvSpPr>
        <p:spPr>
          <a:xfrm>
            <a:off x="1675600" y="3726225"/>
            <a:ext cx="5793000" cy="3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che Sans Light"/>
              <a:buNone/>
              <a:defRPr sz="14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054">
          <p15:clr>
            <a:srgbClr val="FA7B17"/>
          </p15:clr>
        </p15:guide>
        <p15:guide id="2" pos="4706">
          <p15:clr>
            <a:srgbClr val="FA7B17"/>
          </p15:clr>
        </p15:guide>
        <p15:guide id="3" orient="horz" pos="634">
          <p15:clr>
            <a:srgbClr val="FA7B17"/>
          </p15:clr>
        </p15:guide>
        <p15:guide id="4" orient="horz" pos="231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- Quote (short)">
  <p:cSld name="TITLE_AND_BODY_2_1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0"/>
          <p:cNvSpPr txBox="1">
            <a:spLocks noGrp="1"/>
          </p:cNvSpPr>
          <p:nvPr>
            <p:ph type="subTitle" idx="1"/>
          </p:nvPr>
        </p:nvSpPr>
        <p:spPr>
          <a:xfrm>
            <a:off x="3826350" y="1442675"/>
            <a:ext cx="4974600" cy="254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che Serif Light"/>
              <a:buNone/>
              <a:defRPr sz="2000" i="1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9pPr>
          </a:lstStyle>
          <a:p>
            <a:endParaRPr/>
          </a:p>
        </p:txBody>
      </p:sp>
      <p:sp>
        <p:nvSpPr>
          <p:cNvPr id="172" name="Google Shape;172;p40"/>
          <p:cNvSpPr txBox="1">
            <a:spLocks noGrp="1"/>
          </p:cNvSpPr>
          <p:nvPr>
            <p:ph type="subTitle" idx="2"/>
          </p:nvPr>
        </p:nvSpPr>
        <p:spPr>
          <a:xfrm>
            <a:off x="3826350" y="3989525"/>
            <a:ext cx="4974600" cy="29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che Sans Light"/>
              <a:buNone/>
              <a:defRPr sz="14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40"/>
          <p:cNvSpPr>
            <a:spLocks noGrp="1"/>
          </p:cNvSpPr>
          <p:nvPr>
            <p:ph type="pic" idx="3"/>
          </p:nvPr>
        </p:nvSpPr>
        <p:spPr>
          <a:xfrm>
            <a:off x="0" y="1442675"/>
            <a:ext cx="3345600" cy="2844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_2">
  <p:cSld name="TITLE_2_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6" name="Google Shape;176;p4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5">
  <p:cSld name="TITLE_AND_BODY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_2">
  <p:cSld name="TITLE_AND_BODY_4_2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_3">
  <p:cSld name="TITLE_AND_BODY_4_3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_3">
  <p:cSld name="TITLE_2_3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2" name="Google Shape;192;p4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3" name="Google Shape;19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7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1"/>
          </p:nvPr>
        </p:nvSpPr>
        <p:spPr>
          <a:xfrm>
            <a:off x="571450" y="1442675"/>
            <a:ext cx="8229600" cy="31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che Sans Light"/>
              <a:buChar char="■"/>
              <a:defRPr sz="1600"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marL="914400" lvl="1" indent="-3175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533D8"/>
              </a:buClr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●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●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  <p:pic>
        <p:nvPicPr>
          <p:cNvPr id="105" name="Google Shape;105;p2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7" descr=")]}'&#10;{&quot;branding&quot;:&quot;ROCHE_NEW&quot;,&quot;startSlideId&quot;:null,&quot;endSlideId&quot;:null,&quot;masterId&quot;:&quot;SLIDES_API916025361_8&quot;,&quot;theme&quot;:&quot;BLUE&quot;,&quot;defaultSlides&quot;:[&quot;SLIDES_API916025361_84&quot;,&quot;SLIDES_API916025361_164&quot;,&quot;SLIDES_API916025361_243&quot;,&quot;SLIDES_API916025361_320&quot;,&quot;SLIDES_API916025361_396&quot;,&quot;SLIDES_API916025361_474&quot;,&quot;SLIDES_API916025361_552&quot;,&quot;SLIDES_API916025361_629&quot;,&quot;SLIDES_API916025361_707&quot;,&quot;SLIDES_API916025361_782&quot;,&quot;SLIDES_API916025361_864&quot;,&quot;SLIDES_API916025361_944&quot;,&quot;SLIDES_API916025361_1023&quot;,&quot;SLIDES_API916025361_1104&quot;,&quot;SLIDES_API916025361_1184&quot;,&quot;SLIDES_API916025361_1263&quot;,&quot;SLIDES_API916025361_1346&quot;]}"/>
          <p:cNvSpPr/>
          <p:nvPr/>
        </p:nvSpPr>
        <p:spPr>
          <a:xfrm>
            <a:off x="3632725" y="41200"/>
            <a:ext cx="192300" cy="1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8252350" y="4763490"/>
            <a:ext cx="5487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latin typeface="Roche Sans Light"/>
                <a:ea typeface="Roche Sans Light"/>
                <a:cs typeface="Roche Sans Light"/>
                <a:sym typeface="Roche Sans Light"/>
              </a:rPr>
              <a:t>‹#›</a:t>
            </a:fld>
            <a:endParaRPr sz="900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44">
          <p15:clr>
            <a:srgbClr val="EA4335"/>
          </p15:clr>
        </p15:guide>
        <p15:guide id="2" pos="360">
          <p15:clr>
            <a:srgbClr val="EA4335"/>
          </p15:clr>
        </p15:guide>
        <p15:guide id="3" orient="horz" pos="369">
          <p15:clr>
            <a:srgbClr val="EA4335"/>
          </p15:clr>
        </p15:guide>
        <p15:guide id="4" orient="horz" pos="909">
          <p15:clr>
            <a:srgbClr val="EA4335"/>
          </p15:clr>
        </p15:guide>
        <p15:guide id="5" pos="5221">
          <p15:clr>
            <a:srgbClr val="EA4335"/>
          </p15:clr>
        </p15:guide>
        <p15:guide id="6" orient="horz" pos="3076">
          <p15:clr>
            <a:srgbClr val="EA4335"/>
          </p15:clr>
        </p15:guide>
        <p15:guide id="7" orient="horz" pos="1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185454"/>
      </p:ext>
    </p:extLst>
  </p:cSld>
  <p:clrMapOvr>
    <a:masterClrMapping/>
  </p:clrMapOvr>
</p:sld>
</file>

<file path=ppt/theme/theme1.xml><?xml version="1.0" encoding="utf-8"?>
<a:theme xmlns:a="http://schemas.openxmlformats.org/drawingml/2006/main" name="Roche Evolved Brand">
  <a:themeElements>
    <a:clrScheme name="Custom">
      <a:dk1>
        <a:srgbClr val="0B41CD"/>
      </a:dk1>
      <a:lt1>
        <a:srgbClr val="1482FA"/>
      </a:lt1>
      <a:dk2>
        <a:srgbClr val="BDE3FF"/>
      </a:dk2>
      <a:lt2>
        <a:srgbClr val="FAC9B5"/>
      </a:lt2>
      <a:accent1>
        <a:srgbClr val="ED4A0D"/>
      </a:accent1>
      <a:accent2>
        <a:srgbClr val="BC36F0"/>
      </a:accent2>
      <a:accent3>
        <a:srgbClr val="C40000"/>
      </a:accent3>
      <a:accent4>
        <a:srgbClr val="022366"/>
      </a:accent4>
      <a:accent5>
        <a:srgbClr val="FAD6C7"/>
      </a:accent5>
      <a:accent6>
        <a:srgbClr val="FFE8DE"/>
      </a:accent6>
      <a:hlink>
        <a:srgbClr val="0B41CD"/>
      </a:hlink>
      <a:folHlink>
        <a:srgbClr val="0B41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Roche Sans Light</vt:lpstr>
      <vt:lpstr>Roche Sans Medium</vt:lpstr>
      <vt:lpstr>Roche Sans Condensed Light</vt:lpstr>
      <vt:lpstr>Roche Serif Light</vt:lpstr>
      <vt:lpstr>Roche Evolved Brand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Charan A A</cp:lastModifiedBy>
  <cp:revision>4</cp:revision>
  <dcterms:modified xsi:type="dcterms:W3CDTF">2026-04-15T16:52:25Z</dcterms:modified>
</cp:coreProperties>
</file>